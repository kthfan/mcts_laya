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相關研究" id="{9187f5e3-5f86-ab07-fbd2-940a0471726c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生成文字：模型是否逐字產生動作；否表示從環境提供的合法動作中選擇。模型訓練：方法是否更新模型權重。MC-DML 僅透過記憶與反思調整 prompt，不更新權重。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相關方法比較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文字互動環境中的樹搜尋與語言模型方法</a:t>
            </a:r>
            <a:endParaRPr lang="en-US" sz="1600" dirty="0"/>
          </a:p>
        </p:txBody>
      </p:sp>
      <p:graphicFrame>
        <p:nvGraphicFramePr>
          <p:cNvPr id="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2377440"/>
                <a:gridCol w="2697480"/>
                <a:gridCol w="868680"/>
                <a:gridCol w="2176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109728" marR="109728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發表</a:t>
                      </a:r>
                      <a:endParaRPr lang="en-US" sz="1200" dirty="0"/>
                    </a:p>
                  </a:txBody>
                  <a:tcPr marL="109728" marR="109728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環境</a:t>
                      </a:r>
                      <a:endParaRPr lang="en-US" sz="1200" dirty="0"/>
                    </a:p>
                  </a:txBody>
                  <a:tcPr marL="109728" marR="109728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模型 / 規模</a:t>
                      </a:r>
                      <a:endParaRPr lang="en-US" sz="1200" dirty="0"/>
                    </a:p>
                  </a:txBody>
                  <a:tcPr marL="109728" marR="109728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生成文字</a:t>
                      </a:r>
                      <a:endParaRPr lang="en-US" sz="1200" dirty="0"/>
                    </a:p>
                  </a:txBody>
                  <a:tcPr marL="109728" marR="109728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模型訓練</a:t>
                      </a:r>
                      <a:endParaRPr lang="en-US" sz="1200" dirty="0"/>
                    </a:p>
                  </a:txBody>
                  <a:tcPr marL="109728" marR="109728" marT="54864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MC-LAVE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ICLR 2021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Jericho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語言動作價值網路（小型）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否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是（規劃–學習交替）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BUTLER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ICLR 2021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ALFWorld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seq2seq 模型（小型）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是（DAgger 模仿）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SEEA-R1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NeurIPS 2025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ALFWorld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Qwen2.5-7B / VL-7B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是（Tree-GRPO）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MC-DML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ICLR 2025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Jericho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GPT-3.5-turbo（API）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否（記憶與反思）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4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本專案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TextWorld → ALFWorld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Laya 編碼器（644 MB）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否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是（MCTS 自我對弈）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資料來源：Jang et al., ICLR 2021；Shridhar et al., ICLR 2021；Tian et al., NeurIPS 2025；Shi et al., ICLR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Slate">
  <a:themeElements>
    <a:clrScheme name="Minimal Slate">
      <a:dk1>
        <a:srgbClr val="1F2328"/>
      </a:dk1>
      <a:lt1>
        <a:srgbClr val="FFFFFF"/>
      </a:lt1>
      <a:dk2>
        <a:srgbClr val="6B7280"/>
      </a:dk2>
      <a:lt2>
        <a:srgbClr val="F1F4F6"/>
      </a:lt2>
      <a:accent1>
        <a:srgbClr val="1F4E5F"/>
      </a:accent1>
      <a:accent2>
        <a:srgbClr val="5B7B8A"/>
      </a:accent2>
      <a:accent3>
        <a:srgbClr val="9AAFB8"/>
      </a:accent3>
      <a:accent4>
        <a:srgbClr val="C9D4D9"/>
      </a:accent4>
      <a:accent5>
        <a:srgbClr val="3F3F46"/>
      </a:accent5>
      <a:accent6>
        <a:srgbClr val="A1A1AA"/>
      </a:accent6>
      <a:hlink>
        <a:srgbClr val="1F4E5F"/>
      </a:hlink>
      <a:folHlink>
        <a:srgbClr val="5B7B8A"/>
      </a:folHlink>
    </a:clrScheme>
    <a:fontScheme name="Minimal Slat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相關方法比較</dc:title>
  <dc:subject>PptxGenJS Presentation</dc:subject>
  <dc:creator>PptxGenJS</dc:creator>
  <cp:lastModifiedBy>PptxGenJS</cp:lastModifiedBy>
  <cp:revision>1</cp:revision>
  <dcterms:created xsi:type="dcterms:W3CDTF">2026-10-08T03:22:15Z</dcterms:created>
  <dcterms:modified xsi:type="dcterms:W3CDTF">2026-10-08T03:22:15Z</dcterms:modified>
</cp:coreProperties>
</file>